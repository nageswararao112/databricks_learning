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persisted MDM output in MongoDB (mdm-gb-db). unified_customer holds the golden customer record; mdm_policy holds the policy. They join on ENTERPRISE_ID 37819045849600513. Golden thread: MEMBER_ID 16724899 -&gt; ENTERPRISE_ID -&gt; MDM_CUSTOMER_ID 64_25071651 -&gt; Sponsor/Policy 0619261.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MDM Output — MongoDB Golden Records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mdm-gb-db  ·  final persisted records after MDM processing  ·  unified_customer joined to mdm_policy on ENTERPRISE_ID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unified_customer</a:t>
            </a:r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golden customer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1353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2.2M docs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5532120" cy="3703320"/>
          </a:xfrm>
          <a:prstGeom prst="rect">
            <a:avLst/>
          </a:prstGeom>
          <a:solidFill>
            <a:srgbClr val="F7F8F9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773936"/>
            <a:ext cx="523951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MDM_CUSTOMER_ID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64_25071651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ENTERPRISE_IDS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": [{ "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ENTERPRISE_ID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37819045849600513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 }],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GENDER_TP_VALUE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Male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LANG_TP_VALUE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English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EMAIL_ADDRESSES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[{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EMAIL_ADDRESS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jjuijfj_ioirur67@gmail.com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EMAIL_TP_VALUE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 Affinity Sponsor Provided Email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}],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PHONE_NUMBERS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[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PHONE_NUM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(985) 771-2209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PHONE_TP_VALUE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PHONE_NUM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(933) 647-4112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PHONE_TP_VALUE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Secondary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 ],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IDENTIFIERS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[{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IDENTIFIER_NUM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64a0619261a7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}],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SOURCE_CUSTOMER_IDS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[{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SOURCE_SYSTEM_TP_VALUE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GBAFFINITY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SOURCE_CUSTOMER_NUM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25071651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}],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CORRELATION_ID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5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15632583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172200" y="13533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mdm_policy</a:t>
            </a:r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policy record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0" y="1353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66K docs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72200" y="1664208"/>
            <a:ext cx="5532120" cy="3703320"/>
          </a:xfrm>
          <a:prstGeom prst="rect">
            <a:avLst/>
          </a:prstGeom>
          <a:solidFill>
            <a:srgbClr val="F7F8F9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773936"/>
            <a:ext cx="523951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MEMBER_ID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16724899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SPONSOR_NUM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0619261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SOURCE_POLICY_NUM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0619261_7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PLAN_DIV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ISSUE_DT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2026-05-01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SOURCE_SYSTEM_TP_VALUE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GBAFFINITY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POLICY_CUSTOMERS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[{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SOURCE_CUSTOMER_NUM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25071651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ENTERPRISE_ID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37819045849600513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ROLE_TP_VALUE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ROLE_START_DATE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2026-05-01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… 2nd customer … } ],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POLICY_PLANS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[ … ],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POLICY_ADDRESSES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[ … ],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STATUS_CAT_TP_VALUE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5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55321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thread — the payload keys, linked across collections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5870448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EEF1F3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587044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  (mdm_policy)</a:t>
            </a:r>
            <a:endParaRPr lang="en-US" sz="7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16724899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17520" y="587044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383280" y="5870448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587044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D8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ENTERPRISE_ID  (join key)</a:t>
            </a:r>
            <a:endParaRPr lang="en-US" sz="7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37819045849600513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897880" y="587044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63640" y="5870448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EEF1F3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587044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MDM_CUSTOMER_ID  (unified)</a:t>
            </a:r>
            <a:endParaRPr lang="en-US" sz="7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64_25071651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778240" y="587044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0" y="5870448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EEF1F3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17152" y="587044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/ POLICY</a:t>
            </a:r>
            <a:endParaRPr lang="en-US" sz="7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0619261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" y="65471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|||  Manulife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2026-07-27T21:07:56Z</dcterms:created>
  <dcterms:modified xsi:type="dcterms:W3CDTF">2026-07-27T21:07:56Z</dcterms:modified>
</cp:coreProperties>
</file>