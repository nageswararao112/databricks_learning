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 version of the sample DIL OUT payload. Payload panel is trimmed to representative fields; key values summarised in the table. LineOfBusinessCD = AM highlighted.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DIL OUT Payload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1440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Policy and Line of Business — representative fields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903720" cy="4800600"/>
          </a:xfrm>
          <a:prstGeom prst="rect">
            <a:avLst/>
          </a:prstGeom>
          <a:solidFill>
            <a:srgbClr val="F7F8F9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27048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Member_Delta_DILOUT.json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04088" y="1856232"/>
            <a:ext cx="6537960" cy="423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customerRecord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{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customerDetailRecord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{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certificateNumber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effectiveDate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2026-05-01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statusCode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customerDetailKeyArray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keyType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MCMemberId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keyValue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16724899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},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keyType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PartyRoleId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keyValue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23760580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personRecord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{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firstName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Kripashankar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lastName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Jadunath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dateOfBirth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1985-04-01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agreementArray, addressArray omitted */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controlObjectRecord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{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sourceSystemID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clientNumber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0619261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LineOfBusinessCD</a:t>
            </a:r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AM</a:t>
            </a:r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correlationID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15520204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417320"/>
          <a:ext cx="39319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331720"/>
              </a:tblGrid>
              <a:tr h="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5A"/>
                    </a:solidFill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16724899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Party Role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23760580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K. Jadunath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5A"/>
                    </a:solidFill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/ Policy No.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0619261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Agreement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CUSTPROD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OF BUSINESS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5A"/>
                    </a:solidFill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LineOfBusinessCD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4A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AM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|||  Manulife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0916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2026-07-27T20:34:27Z</dcterms:created>
  <dcterms:modified xsi:type="dcterms:W3CDTF">2026-07-27T20:34:27Z</dcterms:modified>
</cp:coreProperties>
</file>